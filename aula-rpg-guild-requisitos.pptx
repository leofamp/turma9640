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914400"/>
            <a:ext cx="1371600" cy="13716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/home/claude/pptx_rpg/icons/GiCrossedSword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216152"/>
            <a:ext cx="768096" cy="7680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51460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Guilda de Heróis RPG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 estrutura de uma aplicação React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4805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 ·  Modelos de dados  ·  Componentes  ·  Estrutura de arquivos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do projeto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uma aplicação simples de guilda de heróis RPG, permitindo gerenciar guildas e seus membros.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76200" dist="25400" dir="5400000">
              <a:srgbClr val="2D1B4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4460" y="251460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/home/claude/pptx_rpg/icons/FaPlu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" y="2715768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Adicionar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1148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guildas e membros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21488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76200" dist="25400" dir="5400000">
              <a:srgbClr val="2D1B4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29100" y="251460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1" name="Image 1" descr="/home/claude/pptx_rpg/icons/FaPen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268" y="271576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Editar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41148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guildas e membros existentes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0" y="21488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76200" dist="25400" dir="5400000">
              <a:srgbClr val="2D1B4E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63740" y="251460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6" name="Image 2" descr="/home/claude/pptx_rpg/icons/FaTrash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908" y="271576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Excluir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41148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guildas e membros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52560" y="21488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76200" dist="25400" dir="5400000">
              <a:srgbClr val="2D1B4E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98380" y="251460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1" name="Image 3" descr="/home/claude/pptx_rpg/icons/FaEye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9548" y="271576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89720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Visualizar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235440" y="41148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de guildas e membros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da aplicação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dados: Guild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1828800" cy="18288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4" name="Image 0" descr="/home/claude/pptx_rpg/icons/GiCastle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002536"/>
            <a:ext cx="1024128" cy="10241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2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Guild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28600" y="41148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Guilda é a principal entidade da aplicação — ela agrupa os membros.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0" y="1810512"/>
            <a:ext cx="128016" cy="128016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389120" y="16002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
</a:t>
            </a:r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da guilda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14800" y="2587752"/>
            <a:ext cx="128016" cy="128016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389120" y="23774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
</a:t>
            </a:r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guilda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01000" y="1737360"/>
            <a:ext cx="3749040" cy="3657600"/>
          </a:xfrm>
          <a:prstGeom prst="roundRect">
            <a:avLst>
              <a:gd name="adj" fmla="val 2000"/>
            </a:avLst>
          </a:prstGeom>
          <a:solidFill>
            <a:srgbClr val="1E123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57032" y="1993392"/>
            <a:ext cx="146304" cy="146304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14" name="Shape 11"/>
          <p:cNvSpPr/>
          <p:nvPr/>
        </p:nvSpPr>
        <p:spPr>
          <a:xfrm>
            <a:off x="8503920" y="1993392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Shape 12"/>
          <p:cNvSpPr/>
          <p:nvPr/>
        </p:nvSpPr>
        <p:spPr>
          <a:xfrm>
            <a:off x="8750808" y="1993392"/>
            <a:ext cx="146304" cy="146304"/>
          </a:xfrm>
          <a:prstGeom prst="ellipse">
            <a:avLst/>
          </a:prstGeom>
          <a:solidFill>
            <a:srgbClr val="7CAE8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21040" y="23317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"2511",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"Sentinelas"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8001000" y="5532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objeto retornado pela API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dados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dados: Member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1828800" cy="18288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4" name="Image 0" descr="/home/claude/pptx_rpg/icons/GiSwordman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002536"/>
            <a:ext cx="1024128" cy="10241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2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28600" y="41148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membro é um herói individual que pertence a exatamente uma guilda.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0" y="1810512"/>
            <a:ext cx="128016" cy="128016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389120" y="16002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
</a:t>
            </a:r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do membro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14800" y="2587752"/>
            <a:ext cx="128016" cy="128016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389120" y="23774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
</a:t>
            </a:r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membro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114800" y="3364992"/>
            <a:ext cx="128016" cy="128016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389120" y="3154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guildId
</a:t>
            </a:r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guilda à qual pertence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01000" y="1737360"/>
            <a:ext cx="3749040" cy="3657600"/>
          </a:xfrm>
          <a:prstGeom prst="roundRect">
            <a:avLst>
              <a:gd name="adj" fmla="val 2000"/>
            </a:avLst>
          </a:prstGeom>
          <a:solidFill>
            <a:srgbClr val="1E1236"/>
          </a:solidFill>
          <a:ln/>
        </p:spPr>
      </p:sp>
      <p:sp>
        <p:nvSpPr>
          <p:cNvPr id="15" name="Shape 12"/>
          <p:cNvSpPr/>
          <p:nvPr/>
        </p:nvSpPr>
        <p:spPr>
          <a:xfrm>
            <a:off x="8257032" y="1993392"/>
            <a:ext cx="146304" cy="146304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16" name="Shape 13"/>
          <p:cNvSpPr/>
          <p:nvPr/>
        </p:nvSpPr>
        <p:spPr>
          <a:xfrm>
            <a:off x="8503920" y="1993392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Shape 14"/>
          <p:cNvSpPr/>
          <p:nvPr/>
        </p:nvSpPr>
        <p:spPr>
          <a:xfrm>
            <a:off x="8750808" y="1993392"/>
            <a:ext cx="146304" cy="146304"/>
          </a:xfrm>
          <a:prstGeom prst="ellipse">
            <a:avLst/>
          </a:prstGeom>
          <a:solidFill>
            <a:srgbClr val="7CAE8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321040" y="23317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"0ad5",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"Selene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Nightingale",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"guildId": "2511"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8001000" y="5532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objeto retornado pela API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dados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Relacionamento guilda → membro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Um-para-muitos: uma guilda tem muitos membros; um membro pertence a uma única guilda.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27432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2D1B4E"/>
          </a:solidFill>
          <a:ln/>
        </p:spPr>
      </p:sp>
      <p:pic>
        <p:nvPicPr>
          <p:cNvPr id="5" name="Image 0" descr="/home/claude/pptx_rpg/icons/GiCastl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30632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29260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Guilda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0480" y="3429000"/>
            <a:ext cx="3657600" cy="-1211580"/>
          </a:xfrm>
          <a:prstGeom prst="line">
            <a:avLst/>
          </a:prstGeom>
          <a:noFill/>
          <a:ln w="19050">
            <a:solidFill>
              <a:srgbClr val="B9AF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0" y="173736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pic>
        <p:nvPicPr>
          <p:cNvPr id="9" name="Image 1" descr="/home/claude/pptx_rpg/icons/GiSwordman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901952"/>
            <a:ext cx="640080" cy="6400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412480" y="1810512"/>
            <a:ext cx="20116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840480" y="3429000"/>
            <a:ext cx="3657600" cy="68580"/>
          </a:xfrm>
          <a:prstGeom prst="line">
            <a:avLst/>
          </a:prstGeom>
          <a:noFill/>
          <a:ln w="19050">
            <a:solidFill>
              <a:srgbClr val="B9AFD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0" y="301752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pic>
        <p:nvPicPr>
          <p:cNvPr id="13" name="Image 2" descr="/home/claude/pptx_rpg/icons/GiSwordman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3182112"/>
            <a:ext cx="640080" cy="6400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12480" y="3090672"/>
            <a:ext cx="20116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Dorian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840480" y="3429000"/>
            <a:ext cx="3657600" cy="1348740"/>
          </a:xfrm>
          <a:prstGeom prst="line">
            <a:avLst/>
          </a:prstGeom>
          <a:noFill/>
          <a:ln w="19050">
            <a:solidFill>
              <a:srgbClr val="B9AFD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0" y="429768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pic>
        <p:nvPicPr>
          <p:cNvPr id="17" name="Image 3" descr="/home/claude/pptx_rpg/icons/GiSwordman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4462272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12480" y="4370832"/>
            <a:ext cx="20116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Kael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Relacionamentos entre modelos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principais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componentes cuidam das funcionalidades e da conexão entre as telas da aplicação.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63500" dist="25400" dir="5400000">
              <a:srgbClr val="2D1B4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9576" y="2423160"/>
            <a:ext cx="822960" cy="8229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/home/claude/pptx_rpg/icons/FaUser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627" y="26042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429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guilds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886200"/>
            <a:ext cx="1865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das ações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relacionadas a guildas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79776" y="210312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63500" dist="25400" dir="5400000">
              <a:srgbClr val="2D1B4E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10712" y="2423160"/>
            <a:ext cx="822960" cy="8229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1" name="Image 1" descr="/home/claude/pptx_rpg/icons/FaUser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763" y="26042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71216" y="3429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889504" y="3886200"/>
            <a:ext cx="1865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das ações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relacionadas a membros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10912" y="210312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63500" dist="25400" dir="5400000">
              <a:srgbClr val="2D1B4E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41848" y="2423160"/>
            <a:ext cx="822960" cy="8229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6" name="Image 2" descr="/home/claude/pptx_rpg/icons/GiCastle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899" y="260421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02352" y="3429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guildForm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120640" y="3886200"/>
            <a:ext cx="1865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adição/edição de guildas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242048" y="210312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63500" dist="25400" dir="5400000">
              <a:srgbClr val="2D1B4E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72984" y="2423160"/>
            <a:ext cx="822960" cy="8229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1" name="Image 3" descr="/home/claude/pptx_rpg/icons/GiSwordman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035" y="260421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33488" y="3429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memberForm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351776" y="3886200"/>
            <a:ext cx="1865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adição/edição de membros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473184" y="210312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63500" dist="25400" dir="5400000">
              <a:srgbClr val="2D1B4E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04120" y="2423160"/>
            <a:ext cx="822960" cy="8229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6" name="Image 4" descr="/home/claude/pptx_rpg/icons/FaHome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5171" y="2604211"/>
            <a:ext cx="460858" cy="46085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564624" y="3429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9582912" y="3886200"/>
            <a:ext cx="1865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boas-vindas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aplicação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componentes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Navegação entre componentes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navbar é o componente responsável por estabelecer as rotas de navegação entre as telas.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27448" y="192024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2D1B4E"/>
          </a:solidFill>
          <a:ln/>
        </p:spPr>
      </p:sp>
      <p:pic>
        <p:nvPicPr>
          <p:cNvPr id="5" name="Image 0" descr="/home/claude/pptx_rpg/icons/FaSitemap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0328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504688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navbar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099048" y="2743200"/>
            <a:ext cx="-3022092" cy="1280160"/>
          </a:xfrm>
          <a:prstGeom prst="line">
            <a:avLst/>
          </a:prstGeom>
          <a:noFill/>
          <a:ln w="19050">
            <a:solidFill>
              <a:srgbClr val="B9AFD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888236" y="40233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11196" y="4187952"/>
            <a:ext cx="731520" cy="7315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0" name="Image 1" descr="/home/claude/pptx_rpg/icons/FaHome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130" y="4348886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88236" y="49560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2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099048" y="2743200"/>
            <a:ext cx="-4572" cy="1280160"/>
          </a:xfrm>
          <a:prstGeom prst="line">
            <a:avLst/>
          </a:prstGeom>
          <a:noFill/>
          <a:ln w="19050">
            <a:solidFill>
              <a:srgbClr val="B9AFD0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905756" y="40233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28716" y="4187952"/>
            <a:ext cx="731520" cy="7315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5" name="Image 2" descr="/home/claude/pptx_rpg/icons/FaUsers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650" y="4348886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05756" y="49560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2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guilds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099048" y="2743200"/>
            <a:ext cx="3012948" cy="1280160"/>
          </a:xfrm>
          <a:prstGeom prst="line">
            <a:avLst/>
          </a:prstGeom>
          <a:noFill/>
          <a:ln w="19050">
            <a:solidFill>
              <a:srgbClr val="B9AFD0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7923276" y="40233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746236" y="4187952"/>
            <a:ext cx="731520" cy="7315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0" name="Image 3" descr="/home/claude/pptx_rpg/icons/FaUser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7170" y="4348886"/>
            <a:ext cx="409651" cy="40965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923276" y="49560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2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de navegação (navbar)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de arquivos do projeto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852160" cy="4754880"/>
          </a:xfrm>
          <a:prstGeom prst="roundRect">
            <a:avLst>
              <a:gd name="adj" fmla="val 1538"/>
            </a:avLst>
          </a:prstGeom>
          <a:solidFill>
            <a:srgbClr val="24163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1560" y="164592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rpg-guild/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components/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guilds.jsx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members.jsx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guildForm.jsx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memberForm.jsx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home.jsx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navbar.jsx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App.jsx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main.jsx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index.css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axios.js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db.json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tailwind.config.js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postcss.config.js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package.json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955280" y="1828800"/>
            <a:ext cx="1188720" cy="11887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/home/claude/pptx_rpg/icons/FaCode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6798" y="2090318"/>
            <a:ext cx="665683" cy="66568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94944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passo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37947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o ambiente com Vite, instalar as dependências e começar a implementar cada componente.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9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arquivos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2026-09-21T20:39:06Z</dcterms:created>
  <dcterms:modified xsi:type="dcterms:W3CDTF">2026-09-21T20:39:06Z</dcterms:modified>
</cp:coreProperties>
</file>